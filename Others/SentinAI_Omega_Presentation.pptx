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SentinAI Omega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AI Guardian for Document Trust &amp; Similarity Analysis</a:t>
            </a:r>
          </a:p>
          <a:p>
            <a:r>
              <a:t>Developed by Full Stack Squad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Rapid growth of digital documents</a:t>
            </a:r>
          </a:p>
          <a:p>
            <a:r>
              <a:t>Duplicate &amp; inconsistent submissions</a:t>
            </a:r>
          </a:p>
          <a:p>
            <a:r>
              <a:t>Manual verification is inefficient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Motivation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Need automated document verification</a:t>
            </a:r>
          </a:p>
          <a:p>
            <a:r>
              <a:t>Prevent duplicate submissions</a:t>
            </a:r>
          </a:p>
          <a:p>
            <a:r>
              <a:t>Ensure document trust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Proposed Solution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AI-based document similarity analysis</a:t>
            </a:r>
          </a:p>
          <a:p>
            <a:r>
              <a:t>Duplicate detection</a:t>
            </a:r>
          </a:p>
          <a:p>
            <a:r>
              <a:t>Structured reporting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Multi-format support</a:t>
            </a:r>
          </a:p>
          <a:p>
            <a:r>
              <a:t>Similarity detection</a:t>
            </a:r>
          </a:p>
          <a:p>
            <a:r>
              <a:t>Document grouping</a:t>
            </a:r>
          </a:p>
          <a:p>
            <a:r>
              <a:t>Email reports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System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Upload → Extract → Clean → Vectorize → Analyze → Report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Technology Stack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Python, Flask</a:t>
            </a:r>
          </a:p>
          <a:p>
            <a:r>
              <a:t>Scikit-learn</a:t>
            </a:r>
          </a:p>
          <a:p>
            <a:r>
              <a:t>PyPDF2, python-docx</a:t>
            </a:r>
          </a:p>
          <a:p>
            <a:r>
              <a:t>SMTP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Working 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Upload documents</a:t>
            </a:r>
          </a:p>
          <a:p>
            <a:r>
              <a:t>AI analysis</a:t>
            </a:r>
          </a:p>
          <a:p>
            <a:r>
              <a:t>Grouping</a:t>
            </a:r>
          </a:p>
          <a:p>
            <a:r>
              <a:t>Report generation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Output &amp; Report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Similarity scores</a:t>
            </a:r>
          </a:p>
          <a:p>
            <a:r>
              <a:t>Duplicate flags</a:t>
            </a:r>
          </a:p>
          <a:p>
            <a:r>
              <a:t>Professional report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Advantages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Saves time</a:t>
            </a:r>
          </a:p>
          <a:p>
            <a:r>
              <a:t>Consistent results</a:t>
            </a:r>
          </a:p>
          <a:p>
            <a:r>
              <a:t>User-friendly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Limitations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Depends on text quality</a:t>
            </a:r>
          </a:p>
          <a:p>
            <a:r>
              <a:t>Limited OCR</a:t>
            </a:r>
          </a:p>
          <a:p>
            <a:r>
              <a:t>Partial authenticity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Reliable document analysis</a:t>
            </a:r>
          </a:p>
          <a:p>
            <a:r>
              <a:t>Hackathon-ready solution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